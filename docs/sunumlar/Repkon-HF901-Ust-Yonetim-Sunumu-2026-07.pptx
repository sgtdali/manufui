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Flowform</c:v>
                  </c:pt>
                  <c:pt idx="5">
                    <c:v>ROB104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1744</c:v>
                </c:pt>
                <c:pt idx="2">
                  <c:v>1934</c:v>
                </c:pt>
                <c:pt idx="3">
                  <c:v>2031</c:v>
                </c:pt>
                <c:pt idx="4">
                  <c:v>2034</c:v>
                </c:pt>
                <c:pt idx="5">
                  <c:v>2037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Günlük Kayıp Süresi (dk)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140</c:v>
                </c:pt>
                <c:pt idx="1">
                  <c:v>739</c:v>
                </c:pt>
                <c:pt idx="2">
                  <c:v>1099</c:v>
                </c:pt>
                <c:pt idx="3">
                  <c:v>1386</c:v>
                </c:pt>
                <c:pt idx="4">
                  <c:v>1558</c:v>
                </c:pt>
                <c:pt idx="5">
                  <c:v>826</c:v>
                </c:pt>
                <c:pt idx="6">
                  <c:v>1011</c:v>
                </c:pt>
                <c:pt idx="7">
                  <c:v>937</c:v>
                </c:pt>
                <c:pt idx="8">
                  <c:v>1060</c:v>
                </c:pt>
                <c:pt idx="9">
                  <c:v>873</c:v>
                </c:pt>
                <c:pt idx="10">
                  <c:v>485</c:v>
                </c:pt>
                <c:pt idx="11">
                  <c:v>1286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372</c:v>
                </c:pt>
                <c:pt idx="16">
                  <c:v>415</c:v>
                </c:pt>
                <c:pt idx="17">
                  <c:v>721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1012.4</c:v>
                </c:pt>
                <c:pt idx="1">
                  <c:v>994.7</c:v>
                </c:pt>
                <c:pt idx="2">
                  <c:v>977.1</c:v>
                </c:pt>
                <c:pt idx="3">
                  <c:v>959.4</c:v>
                </c:pt>
                <c:pt idx="4">
                  <c:v>941.7</c:v>
                </c:pt>
                <c:pt idx="5">
                  <c:v>924</c:v>
                </c:pt>
                <c:pt idx="6">
                  <c:v>906.4</c:v>
                </c:pt>
                <c:pt idx="7">
                  <c:v>888.7</c:v>
                </c:pt>
                <c:pt idx="8">
                  <c:v>871</c:v>
                </c:pt>
                <c:pt idx="9">
                  <c:v>853.3</c:v>
                </c:pt>
                <c:pt idx="10">
                  <c:v>835.7</c:v>
                </c:pt>
                <c:pt idx="11">
                  <c:v>818</c:v>
                </c:pt>
                <c:pt idx="12">
                  <c:v>800.3</c:v>
                </c:pt>
                <c:pt idx="13">
                  <c:v>782.6</c:v>
                </c:pt>
                <c:pt idx="14">
                  <c:v>765</c:v>
                </c:pt>
                <c:pt idx="15">
                  <c:v>747.3</c:v>
                </c:pt>
                <c:pt idx="16">
                  <c:v>729.6</c:v>
                </c:pt>
                <c:pt idx="17">
                  <c:v>711.9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92.4</c:v>
                </c:pt>
                <c:pt idx="1">
                  <c:v>94</c:v>
                </c:pt>
                <c:pt idx="2">
                  <c:v>95.6</c:v>
                </c:pt>
                <c:pt idx="3">
                  <c:v>97.2</c:v>
                </c:pt>
                <c:pt idx="4">
                  <c:v>98.8</c:v>
                </c:pt>
                <c:pt idx="5">
                  <c:v>100.4</c:v>
                </c:pt>
                <c:pt idx="6">
                  <c:v>102</c:v>
                </c:pt>
                <c:pt idx="7">
                  <c:v>103.6</c:v>
                </c:pt>
                <c:pt idx="8">
                  <c:v>105.2</c:v>
                </c:pt>
                <c:pt idx="9">
                  <c:v>106.8</c:v>
                </c:pt>
                <c:pt idx="10">
                  <c:v>108.4</c:v>
                </c:pt>
                <c:pt idx="11">
                  <c:v>110.1</c:v>
                </c:pt>
                <c:pt idx="12">
                  <c:v>111.7</c:v>
                </c:pt>
                <c:pt idx="13">
                  <c:v>113.3</c:v>
                </c:pt>
                <c:pt idx="14">
                  <c:v>114.9</c:v>
                </c:pt>
                <c:pt idx="15">
                  <c:v>116.5</c:v>
                </c:pt>
                <c:pt idx="16">
                  <c:v>118.1</c:v>
                </c:pt>
                <c:pt idx="17">
                  <c:v>119.7</c:v>
                </c:pt>
                <c:pt idx="18">
                  <c:v>121.3</c:v>
                </c:pt>
                <c:pt idx="19">
                  <c:v>122.9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Kalite Durumu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B91C1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Uygun</c:v>
                </c:pt>
                <c:pt idx="1">
                  <c:v>Rework</c:v>
                </c:pt>
                <c:pt idx="2">
                  <c:v>Ret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783</c:v>
                </c:pt>
                <c:pt idx="1">
                  <c:v>212</c:v>
                </c:pt>
                <c:pt idx="2">
                  <c:v>120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Uygunluk (Okey + Rework) Oranı %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71.4</c:v>
                </c:pt>
                <c:pt idx="1">
                  <c:v>81.8</c:v>
                </c:pt>
                <c:pt idx="2">
                  <c:v>91.2</c:v>
                </c:pt>
                <c:pt idx="3">
                  <c:v>92</c:v>
                </c:pt>
                <c:pt idx="4">
                  <c:v>76</c:v>
                </c:pt>
                <c:pt idx="5">
                  <c:v>50.5</c:v>
                </c:pt>
                <c:pt idx="6">
                  <c:v>93.5</c:v>
                </c:pt>
                <c:pt idx="7">
                  <c:v>93.3</c:v>
                </c:pt>
                <c:pt idx="8">
                  <c:v>87.7</c:v>
                </c:pt>
                <c:pt idx="9">
                  <c:v>94.7</c:v>
                </c:pt>
                <c:pt idx="10">
                  <c:v>95</c:v>
                </c:pt>
                <c:pt idx="11">
                  <c:v>95.3</c:v>
                </c:pt>
                <c:pt idx="12">
                  <c:v>97.1</c:v>
                </c:pt>
                <c:pt idx="13">
                  <c:v>98.1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75.9</c:v>
                </c:pt>
                <c:pt idx="1">
                  <c:v>77.6</c:v>
                </c:pt>
                <c:pt idx="2">
                  <c:v>79.3</c:v>
                </c:pt>
                <c:pt idx="3">
                  <c:v>81</c:v>
                </c:pt>
                <c:pt idx="4">
                  <c:v>82.7</c:v>
                </c:pt>
                <c:pt idx="5">
                  <c:v>84.4</c:v>
                </c:pt>
                <c:pt idx="6">
                  <c:v>86.1</c:v>
                </c:pt>
                <c:pt idx="7">
                  <c:v>87.8</c:v>
                </c:pt>
                <c:pt idx="8">
                  <c:v>89.5</c:v>
                </c:pt>
                <c:pt idx="9">
                  <c:v>91.2</c:v>
                </c:pt>
                <c:pt idx="10">
                  <c:v>93</c:v>
                </c:pt>
                <c:pt idx="11">
                  <c:v>94.7</c:v>
                </c:pt>
                <c:pt idx="12">
                  <c:v>96.4</c:v>
                </c:pt>
                <c:pt idx="13">
                  <c:v>98.1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590A6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Flowform</c:v>
                  </c:pt>
                  <c:pt idx="3">
                    <c:v>ROB110-111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2655</c:v>
                </c:pt>
                <c:pt idx="2">
                  <c:v>2519</c:v>
                </c:pt>
                <c:pt idx="3">
                  <c:v>2268</c:v>
                </c:pt>
                <c:pt idx="4">
                  <c:v>2021</c:v>
                </c:pt>
                <c:pt idx="5">
                  <c:v>1804</c:v>
                </c:pt>
                <c:pt idx="6">
                  <c:v>1680</c:v>
                </c:pt>
                <c:pt idx="7">
                  <c:v>1434</c:v>
                </c:pt>
                <c:pt idx="8">
                  <c:v>622</c:v>
                </c:pt>
                <c:pt idx="9">
                  <c:v>559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Flowform</c:v>
                  </c:pt>
                  <c:pt idx="3">
                    <c:v>ROB110-111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106</c:v>
                </c:pt>
                <c:pt idx="2">
                  <c:v>91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127</c:v>
                </c:pt>
                <c:pt idx="8">
                  <c:v>40</c:v>
                </c:pt>
                <c:pt idx="9">
                  <c:v>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78</c:v>
                </c:pt>
                <c:pt idx="1">
                  <c:v>91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(Günlük 200)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adet/gün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201968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216777" y="3566160"/>
            <a:ext cx="338442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615276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75957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74973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+139%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451788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+%97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23227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309360" y="3913632"/>
            <a:ext cx="32918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24535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85216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73602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+167%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9808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207454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261354" y="4261104"/>
            <a:ext cx="333984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19734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80415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76688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+144%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47407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Azalışı ile Üretim Artışı İlişkisi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TOPLAM KAYIP TRENDİ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Yüksek: 1558 dk  ·  Günlük Ort: 862 dk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ÜRETİM TRENDİ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Ort: 130.8  ·  Dönem Ort: 107.6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(Ekipman Etkinlik Oranı); kullanılabilirlik (Availability), performans (Performance) ve kalite (Quality) bileşenlerini birleştirerek hattın net verimliliğini ölçer.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ORTALAMASI (Zincirleme)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MTBF, ekipmanın iki arıza arasında ortalama ne kadar süre durmaksızın çalıştığını gösteren güvenilirlik metriğidir. MTTR ise meydana gelen bir arızanın giderilmesi için geçen ortalama tamir süresini ifade eder.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Ölçüm Sonrası Kalite Durumu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1.115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EDİLEN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46304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Tanımı / Detayı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Kaynağı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Dış Geçer Taraf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 at rear of rotating band relief groove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Borrelet Çapı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Kırılması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Ogive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Spinning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 +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 Sebepler (5 başlık)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Çeşitli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Zamana Bağlı Uygunluk (Okey + Rework) Oranı Değişimi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%44'ini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1/6)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Montaj/Demontaj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Hazırlık (IHU rejim, Kalıp Isınma)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Ironing Çıkış Konveyörü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düzeltmeler yapılmış sorunlar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değişimi yapılarak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 emniyet valfi tamir edilmiştir.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Gripper Sensör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Sensör yenisi ile değiştirilmiştir.Sorun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- Parça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2/6)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Fabrika Elektrik Kesintisi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arabaları fence dışarısına alınarak hücrenin durma sorunu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Değişikliği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flowform preform'a uygun program revizyonu yapılmıştır.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Sigorta atma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devre yapan elektrik hattı bulunup kablo değiştirilmiştir.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Arızaları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3/6)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Değişim/Salgı Kontrolleri/Offset Ayarlama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Kaynaklı Sorunlar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Hatalı sensör değişimi/ braket eklenmesi ve dağıtıcı blok değişimi yapılmıştır. Sorunlar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Consumables/Utility Bekleme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Arızaları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arabaları fence dışarısına alınarak hücrenin durma sorunu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4/6)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Sigorta atma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devre yapan elektrik hattı bulunup kablo değiştirilmiştir.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Otomasyon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Değişikliği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flowform preform'a uygun program revizyonu yapılmıştır.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Otomasyon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Çıkış Konveyörü Dolu Olması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5/6)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Clamp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Gripper Sensör yenisi ile değiştirilerek arıza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Soğutma Kulesi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Aktüatörlü valf contası kesilmesi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yenisi ile değiştirilmiştir.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Parçanın fırın çıkışından zamanında alınmaması sebebiyle zincirler zarar görmüşür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Zincirin hasarlı bölümü yenisi ile değiştirilmiştir.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Ezilen kablo tespit edilerek yenisi ile değiştirilmiştir. Sorun kalıcı olarak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yükleme ve kumlama yapamama sorunlar yapılan ayarlar sonrasında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 Kaynak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Kaynak yapmama sorunu çözümü için kart siparişi verildi. Sahaya ulaşması akabinde değişim ve testler yapılacaktır.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6/6)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Konveyör Motor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yenisi ile değiştirilmiş, hata tekrarlanmaması adına shuttle yavaşlama otomasyonu güncellenmiştir.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Consumables/Utility Bekleme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- Parça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Time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Lance 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Aksiyonlar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528523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91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Çevrim Süreleri (Cycle Time)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0175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Ulaşılmış En İyi Çevrim Süresi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30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15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58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30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10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Nihai Hedef (200 Parça/Gün) Kapasite Analizi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828800"/>
                <a:gridCol w="1828800"/>
                <a:gridCol w="21031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Mevcut 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Saat Kapasite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Gerekli Hedef**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Gerekli 9s Kapasite*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Kapasite Farkı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Gerekli 9s Kapasite: Mevcut OEE seviyesiyle gerekli günlük parça hedefini (Gerekli Hedef) yakalayabilmek için hücrenin sahip olması gereken teorik 9 saatlik kapasitedir.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Gerekli Hedef: En sondaki ROB110-111 hücresinden günlük 200 adet sağlam parça çıkabilmesi için, her hücrenin kendi kalitesine (ıskarta payına) göre üretmesi gereken minimum parça adedidir.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Hücresi: 2.0 Dk Çevrim Süresi ve Teknik Engeller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4114800" cy="4389120"/>
          </a:xfrm>
          <a:prstGeom prst="roundRect">
            <a:avLst>
              <a:gd name="adj" fmla="val 177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ÇEVRİM SÜRESİ HEDEFİ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2286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Çevrim Süresi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 dk / parça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31089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Test Değeri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3383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Nihai Çalışma Hedefi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dk / parça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22960" y="4846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 kapasitesini artırmak için çevrim süresinin 2.0 dakikaya düşürülmesi hedeflenmektedir.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120640" y="164592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394960" y="18288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YÜKSEK TONAJ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394960" y="21031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Çevrim süresi 3 dakikadan 2 dakikaya çekildiğinde preslerin aşırı yüksek tonaj (yük) çekmeye başlaması ve sistem kapasite limitlerini zorlaması.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120640" y="310896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94960" y="32918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HIP PRESİ TİTREŞİM PROBLEMİ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394960" y="356616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çevrim çalışmalarında, HIP presinin üst üste 3-4 parça bastıktan sonra titremeye başlaması.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120640" y="457200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39496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KALIP YAĞLAMA SİSTEMİ YETERSİZLİĞİ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394960" y="50292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Artan hız temposu ile birlikte, mevcut kalıp yağlama (lubrication) çevrim süresi ve miktarının soğutma/yağlama için yetersiz kalması.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Hücresi: Hız Parametreleri ve Kalıp Ömrü Analizi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dk / parça Çevrim Hızı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1.200 Adet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3152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standart hızda (3.0 dk) HFP dişi kalıbının gözlemlenen ortalama ömrü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340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2628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dk / parça Çevrim Hızı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2628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850 Adet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2628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Çevrim süresi 2.5 dakikaya indirildiğinde yapılan test çalışmalarında kalıp ömrü %30 azalarak erken kırılma göstermiştir.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3816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EEF2FC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32104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 dk / parça Çevrim Hızı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32104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Kritik Aşınma / Risk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832104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dk testlerindeki dramatik ömür kaybı göz önüne alındığında, 2.0 dk hızında kalıp ömürlerinin daha da düşük seviyelere inme riski gözden geçirilmelidir.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KALIP ÖMÜRLERİNİN İYİLEŞTİRİLMESİ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Kalıp ömürlerinin sadece çalışma hızına (çevrim süresine) bağlanmaksızın; malzeme seçimi, ısıl işlem kalitesi, yüzey kaplamaları ve tasarımsal optimizasyonlar ile kökten ve yüksek oranda artırılması hedeflenmelidir.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(FF Preform, HS preform)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Tornaların işleme çevrim süreleri iyileştirilse dahi, hücre içi besleme robotlarının doluluk oranları (utilization) kritik darboğaz oluşturmaktadır.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HÜCRESİ (HS PREFORM)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2 torna HS Preform, 2 torna FF Preform üretimine ayrılmıştır.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Limiti: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216 adet | Mevcut OEE: %71.3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173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(219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-46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HÜCRESİ (FF PREFORM)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65392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4 torna FF Preform üretimine ayrılmıştır.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Limiti: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034272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034272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parça / saat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565392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27" name="Text 24"/>
          <p:cNvSpPr/>
          <p:nvPr/>
        </p:nvSpPr>
        <p:spPr>
          <a:xfrm>
            <a:off x="6748272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748272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225 adet | Mevcut OEE: %73.7 | Hedef OEE: %80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748272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180 adet / gün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6748272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(227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-47 parça).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Flowform Eliminasyonu ve Yeni Akış Yol Haritası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Kapasite darboğazını aşmak için Flowform prosesinin hattan çıkarılması ve iki hücrenin tek bir ürüne odaklanması.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YENİ AKIŞ KAPASİTE ANALİZİ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 hattan çıkarıldığında ROB104 ve ROB108'deki toplam 8 torna sadece HS Preform üretecektir.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Ortak Saatlik Kapasite: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parça / saat (Teorik)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Günlük Kapasite (9s):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 adet (Teorik)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Hedef %80 OEE ile Fiili Çıktı: ~259 adet / gün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22960" y="50292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(Mevcut OEE Oranlarıyla Fiili Çıktı: ~235 adet / gün)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200 adet sağlam ürün hedefi bu akışla rahatlıkla karşılanmaktadır.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PRES KALIPLARI VE PROSES DEĞİŞİKLİĞİ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Preste üretilecek parçanın yeni geometriye uyum sağlaması için pres kalıp tasarımı ve presleme proses adımlarında modifikasyon yapılması.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ETM KALIPLARININ REVİZYONU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Parça akış hızının ve deformasyonunun kontrolü amacıyla ETM hücresindeki kalıp setlerinin yeni ürün geometrisine göre revize edilmesi.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TORNA SETUPLARININ DEĞİŞTİRİLMESİ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ROB108'deki toplam 8 tornanın tamamının, yeni akış ve işleme koordinatlarına göre programlanıp setup'larının değiştirilmesi.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Flowform Eliminasyonu Faydaları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 prosesinin devreden çıkarılması, çevrim süresi kazanımının yanı sıra operasyonel, maddi ve lojistik birçok ek fayda sağlamaktadır.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3152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Fayda / Gelişim Alanı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Beklenen Etki / Kazanım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Üretim Hedefi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preform işleme operasyonu kaldırılarak Hot Spinning preform işleme hücre sayısının artırılması, hat geneli talaşlı imalat optimizasyonunun yapılabilmesi ve Flowform hücresinden alınacak robot ile ROB109 hücresinin robotunun rahatlatılması.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Hammadde Tasarrufu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öncesi kütük kütlesinde doğrudan azalma ve hammadde giriş maliyetlerinde kalıcı düşüş.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Lojistik ve AGV Akışı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taşıma rotalarının sadeleşmesi ve AGV arıza/duruş ihtimalinin azalması.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Operasyonel Sadeleşme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parça işleme, mandrel değişimi gibi düzenli maliyet kalemlerinin ortadan kalkması.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 Gücü Optimizasyonu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Çevrim süresi düzeltilemeyen Flowform kaynaklı 2 vardiya personel zorunluluğunun bitmesi.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Pastası Tüketimi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 sarfiyatlı ve maliyetli kalıp pastası kullanımının tamamen sıfırlanması.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Projelere Etki (Pakistan/Hırvatistan)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hat proses akışlarının önceden denenerek proje risklerinin azaltılması.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Riski (Pres Kalıp Denemeleri): </a:t>
            </a:r>
            <a:pPr indent="0" marL="0">
              <a:buNone/>
            </a:pPr>
            <a:r>
              <a:rPr lang="en-US" sz="9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hücresindeki yeni geometri kalıp denemeleri nedeniyle geçici aksama/duruş riski mevcuttur.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(After Hot-Spinning)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oranı en üst limitlere zorlansa dahi, ROB109 hücresi tekil bazda nihai hedefleri karşılamakta yetersiz kalmaktadır.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AFTER HOT SPINNING HÜCRESİ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Hücre içerisinde 2 adet torna bulunmakta ve parça yükleme robotla yapılmaktadır.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Oranı: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216 adet | Mevcut OEE: %65.6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173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(217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-44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KAPASİTE ARTIŞ AKSİYONLARI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 İşleme Yükünün Azaltılması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torna çevrim süresini düşürmek amacıyla talaşlı imalat iş yükü yeni planlamadaki 8 tornaya (ROB104/108) paylaştırılacaktır.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65392" y="3566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Yükünün Hafifletilmesi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565392" y="4023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Robotun operasyon sayısını azaltmak için konveyöre mekanik yükleme sistemi kurulmalı veya boşa çıkan Flowform robotu buraya kaydırılmalıdır.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Isıl İşlem: Quench Hücresi Darboğazı ve Robot Optimizasyonu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Fırınların kapasitesi daha yüksek olmasına rağmen, hücre ortasındaki transfer robotunun çevrim süresi tüm hücre performansını sınırlamaktadır.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AKIŞI VE MEVCUT DARBOĞAZ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33172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Fırın Giriş Tasarım Hızı: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560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dk / parça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22960" y="31546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Aktarma Döngüsü (Mevcut Darboğaz):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3383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" y="40690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Zorunlu Çevrim Limiti (Sistemik Etki):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22960" y="48006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hızı sebebiyle öncesi ve sonrasındaki fırınlar da yavaş çalışmaktadır.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ROBOT HAREKET VE PROGRAMLAMA OPTİMİZASYONU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Ortadaki transfer robotunun yörünge, hızlanma limitleri ve parça yakalama/bırakma noktaları optimize edilerek aktarma döngüsü 2.0 dakikaya indirilmelidir.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FIRINLARIN SENKRONİZASYONU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çevriminin 2.0 dakikaya çekilmesiyle birlikte, giriş ve çıkış fırınları da kendi tasarım hızları olan 2.0 dk tempo ile senkronize çalışabilecektir.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KAPASİTE KAZANIM TABLOSU (TEORİK LİMİT)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Mevcut Kapasite (2.5 dk): 24 parça/saat  |  216 parça/gün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Hedef Kapasite (2.0 dk): 30 parça/saat  |  270 parça/gün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Kapasite Artış Potansiyeli: +%25 Net Kapasite Kazanımı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(Final Hücre)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hücrede ROB110 robotunun yüksek doluluğu ve ROB111'deki punta kaynak makinesinin çevrim süresi tüm hattın çıktı hızını sınırlandırmaktadır.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 FİNAL HÜCRESİ MEVCUT DURUM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ROB110 (1 robot, 3 torna) ve ROB111 (1 robot, Rotating Band, 2 torna, Punta Kaynak) hücrelerinden oluşur.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 Robot Doluluk: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%97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198 adet | Mevcut OEE: %57.8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158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(215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-57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ROB111 PUNTA KAYNAK MEVCUT DURUM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65392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ROB111 (1 robot, Rotating Band, 2 torna, Punta Kaynak) hücresinden oluşur.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Hızı: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parça / saat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565392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25" name="Text 22"/>
          <p:cNvSpPr/>
          <p:nvPr/>
        </p:nvSpPr>
        <p:spPr>
          <a:xfrm>
            <a:off x="6748272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748272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225 adet | Mevcut OEE: %57.8 | Hedef OEE: %80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748272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180 adet / gün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748272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(215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-35 parça).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ROB110 &amp; Torna-1 Optimizasyon Planı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 robotunun doluluk oranını düşürmek için Torna-1 hücresinin hattan ayrılması ve bağımsız hücre haline getirilmesi.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YENİ AKIŞ VE ROBOT DOLULUK ANALİZİ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Torna-1'in ayrılmasıyla birlikte ROB110 robotunun torna yükleme/boşaltma ve transfer çevrim süreleri hafifleyecektir.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Robot Doluluk Oranı: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%97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Robot Doluluk Oranı (Simüle):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&lt;%60 (Güvenli Alan)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 robotunun torna besleme iş yükünün %40'ı yeni hücreye transfer edilmektedir.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TORNA-1'İN AYRILMASI VE TAŞINMASI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Torna-1 makinesi ROB110 hücresinden fiziksel olarak ayrılacak ve giriş tarafındaki iç kumlama makinesinin yanına taşınacaktır.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SWAGING ROBOTUNUN YENİ HÜCREYE KURULMASI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Fabrika içerisindeki Swaging makinesinde yer alan robot sökülerek Kumlama + Torna-1 ikilisinden oluşan yeni hücrenin parça yükleme/boşaltması için kurulacaktır.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ROB110 HÜCRE GİRİŞ AKIŞININ DÜZENLENMENİ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kurulan kumlama/torna hücresinden çıkan önceden işlenmiş parçalar, doğrudan ROB110 hücresine (Torna 2-3 besleme) aktarılacaktır.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ROB111 &amp; Punta Kaynak Optimizasyon Planı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makinesinin hattan ayrılıp HTU hücresine taşınması, 45 adetlik buffer alanı yönetimi ve vardiya sonu 2 saatlik ek çalışma.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BUFFER YÖNETİMİ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makinesinin yavaşlığı hat temposunu düşürdüğü için, biriktirme ve ek mesai ile eritme stratejisi uygulanacaktır.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HTU Hücresi Buffer Kapasitesi: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adet parça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HTU Punta Kaynak Ek Mesai Süresi: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 saat / gün (Vardiya Sonu)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 boyu biriken 45 parça, otomasyon akışı bozulmadan vardiya bitiminde eritilecektir.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PUNTA KAYNAK MAKİNESİNİN HTU'YA TAŞINMASI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makinesi ROB111 hücresinden ayrılarak HTU hücresine kurulacaktır. ROB111 robotu rotatig band shrinker ve 2 adet torna beslemesine odaklanacaktır.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HTU HÜCRE ROBOTU İLE ENTEGRASYON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Taşınan Punta Kaynak makinesinin yükleme-boşaltma işlemleri, HTU hücresinde hali hazırda bulunan robot tarafından otomatik olarak gerçekleştirilecektir.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EK MESAİ VE OTOMASYON AKIŞI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 içinde oluşan 45 parçalık buffer, vardiya sonundaki 2 saatlik ek çalışma süresinde punta kaynak işlemi yapılarak eritilecek ve günlük 215 adet hedefine ulaşılacaktır.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Tarafından Yapılacaklar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800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 Maddesi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eşanjörünün temizlenmesi.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Çalışmayan Doosan tezgahlarının tamir edilmesi ve genel Doosan bakım planlamasının yapılması.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Fabrika için uygun ortam sıcaklığının sağlanması.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Sarf malzemelerinin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Yedek parça ihtiyaçlarının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Soğutma kulesi pompa verimliliğinin incelenmesi ve iyileştirilmesi.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(sandblasting) makinesinin bakımı için AİME'nin çağrılması.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Personel sayısının artırılması ve koordinasyonun güçlendirilmesi.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Bakım yönetiminin organize edilmesi, gerekli ekipman ve personel desteğinin sağlanması.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709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 Maddesi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 madde, çember (band) ve taban kapağı (base cover) tedariki.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takımlarının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kovalarının yedeklenmesi ve organize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pres basınç filtrelerinin sipariş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quench zincirinin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revizyonları için bir kalıphane kurulması (veya alternatif bir çözüm üretilmesi).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ölçüm ekipmanlarındaki eksikliklerin giderilmesi.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Bitmiş parçalar için palet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ÖNERİSİ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Bölüm Bazlı NCMS Kadro Önerisi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"/>
                <a:gridCol w="685800"/>
                <a:gridCol w="685800"/>
                <a:gridCol w="6858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Yanı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 Fırını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Taşıma / Lojistik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"/>
                <a:gridCol w="685800"/>
                <a:gridCol w="685800"/>
                <a:gridCol w="6858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SBU110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PHO101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WPL103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Bakım Ekibi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Spider Operatörler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Önerisi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ÖNERİSİ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Kadro Dağılımının Fabrika Yerleşimi Üzerindeki Görünümü</a:t>
            </a:r>
            <a:endParaRPr lang="en-US" sz="2600" dirty="0"/>
          </a:p>
        </p:txBody>
      </p:sp>
      <p:pic>
        <p:nvPicPr>
          <p:cNvPr id="6" name="Image 1" descr="C:\Users\tvural.REPKON\Desktop\HF901\Serial Production\ManufUI\docs\sunumlar\build\headcount_lay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280160"/>
            <a:ext cx="10515600" cy="49194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Önerisi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2026-07-12T16:51:26Z</dcterms:created>
  <dcterms:modified xsi:type="dcterms:W3CDTF">2026-07-12T16:51:26Z</dcterms:modified>
</cp:coreProperties>
</file>